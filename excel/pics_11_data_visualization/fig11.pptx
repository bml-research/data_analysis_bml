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geman J, Jurre" userId="0acd7849-4b12-4d61-a6a5-89c12690410a" providerId="ADAL" clId="{92700B7B-70C0-4221-9129-619E95E8CBFC}"/>
    <pc:docChg chg="custSel modSld">
      <pc:chgData name="Hageman J, Jurre" userId="0acd7849-4b12-4d61-a6a5-89c12690410a" providerId="ADAL" clId="{92700B7B-70C0-4221-9129-619E95E8CBFC}" dt="2026-09-02T07:59:12.118" v="6" actId="14100"/>
      <pc:docMkLst>
        <pc:docMk/>
      </pc:docMkLst>
      <pc:sldChg chg="addSp delSp modSp mod">
        <pc:chgData name="Hageman J, Jurre" userId="0acd7849-4b12-4d61-a6a5-89c12690410a" providerId="ADAL" clId="{92700B7B-70C0-4221-9129-619E95E8CBFC}" dt="2026-09-02T07:59:12.118" v="6" actId="14100"/>
        <pc:sldMkLst>
          <pc:docMk/>
          <pc:sldMk cId="563189967" sldId="256"/>
        </pc:sldMkLst>
        <pc:picChg chg="add mod">
          <ac:chgData name="Hageman J, Jurre" userId="0acd7849-4b12-4d61-a6a5-89c12690410a" providerId="ADAL" clId="{92700B7B-70C0-4221-9129-619E95E8CBFC}" dt="2026-09-02T07:59:12.118" v="6" actId="14100"/>
          <ac:picMkLst>
            <pc:docMk/>
            <pc:sldMk cId="563189967" sldId="256"/>
            <ac:picMk id="3" creationId="{7B5CAD01-BD08-5B67-DBAC-29CE65CCF036}"/>
          </ac:picMkLst>
        </pc:picChg>
        <pc:picChg chg="del mod">
          <ac:chgData name="Hageman J, Jurre" userId="0acd7849-4b12-4d61-a6a5-89c12690410a" providerId="ADAL" clId="{92700B7B-70C0-4221-9129-619E95E8CBFC}" dt="2026-09-02T07:59:00.902" v="3" actId="478"/>
          <ac:picMkLst>
            <pc:docMk/>
            <pc:sldMk cId="563189967" sldId="256"/>
            <ac:picMk id="7" creationId="{7418D0AB-768D-3C73-155B-9941528E1C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7E98-1E36-2BBB-F098-2C8976870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BE5DD3-641B-CC1A-3CBD-4E3828670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9215D-D6C7-9933-C95B-DEF25DEE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B3B3B-5EC2-494B-AE6B-D597A9F3598B}" type="datetimeFigureOut">
              <a:rPr lang="en-NL" smtClean="0"/>
              <a:t>02/09/2026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40098-B07F-E2AB-589C-114CD57C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A7D74-70F6-CEAC-4395-CB019D61B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79BA-168E-4E7D-83C4-9A8B663AADC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66087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ED04E-0348-F0CD-342D-FED96021D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70DF8-A181-AE2B-8A00-FB61C8257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279E-C2D4-7521-8872-20459CBB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B3B3B-5EC2-494B-AE6B-D597A9F3598B}" type="datetimeFigureOut">
              <a:rPr lang="en-NL" smtClean="0"/>
              <a:t>02/09/2026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5E0FD-E195-15CD-33AF-77B0F1F5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02CD-F8BF-2ED0-E0B3-57C0E9483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79BA-168E-4E7D-83C4-9A8B663AADC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7787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C5506-6C78-31C1-D986-1D0FA5138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CF69-67CA-8B06-7F28-4F9A2610F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985DC-7ECD-305F-DDC2-3BB25CFD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B3B3B-5EC2-494B-AE6B-D597A9F3598B}" type="datetimeFigureOut">
              <a:rPr lang="en-NL" smtClean="0"/>
              <a:t>02/09/2026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672BD-2AA9-43E3-464E-B9F18CB6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28551-6AA5-3D9F-3C2E-42258A34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79BA-168E-4E7D-83C4-9A8B663AADC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108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8AFA8-628B-E479-B709-EAA9930EF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7EF02-B4ED-BD4C-5A5C-BA1CEBF49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18E40-AC5F-E0B6-1569-D147E0091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52A9D-4CE2-F764-1FE9-7DE00211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B3B3B-5EC2-494B-AE6B-D597A9F3598B}" type="datetimeFigureOut">
              <a:rPr lang="en-NL" smtClean="0"/>
              <a:t>02/09/2026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6EDCD-9795-9CBB-F6B2-BF220D38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36407-8FB5-4B88-B373-7C3F6211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79BA-168E-4E7D-83C4-9A8B663AADC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3383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D85A1-B364-7F9F-7B32-DE994AB81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E615-EE7F-2462-F67B-7556BF0B3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22A38-A72C-65FB-2BAF-FD83BE52B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F6FD3E-DE61-135F-3DC6-3C1D59395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BA87-BE06-7F15-ED77-FFA8E29A9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761A29-7F68-4D2C-F3D6-3D3DE7DDD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B3B3B-5EC2-494B-AE6B-D597A9F3598B}" type="datetimeFigureOut">
              <a:rPr lang="en-NL" smtClean="0"/>
              <a:t>02/09/2026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BAF601-5E0C-7D66-394E-1C302894D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C8857-162A-33D4-246B-AE54B822D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79BA-168E-4E7D-83C4-9A8B663AADC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8448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A55E5-7AA9-D186-D21F-4E6191EE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18BFD3-D83B-1947-2798-D2454558A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B3B3B-5EC2-494B-AE6B-D597A9F3598B}" type="datetimeFigureOut">
              <a:rPr lang="en-NL" smtClean="0"/>
              <a:t>02/09/2026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36691-A775-A152-EF8A-DFCF4647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71151-112F-B2F2-9718-BBC1F56F2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79BA-168E-4E7D-83C4-9A8B663AADC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377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6597A-1B73-61CE-AEF9-7A7789A69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B3B3B-5EC2-494B-AE6B-D597A9F3598B}" type="datetimeFigureOut">
              <a:rPr lang="en-NL" smtClean="0"/>
              <a:t>02/09/2026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06F51-D930-6B1D-85CA-99423301A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6FB47-5700-B13D-8B14-69FDBE94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79BA-168E-4E7D-83C4-9A8B663AADC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53815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DD1F-C9A7-81DB-DB5C-77CC9CFC3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478CF-CA58-5F57-29F1-F9E81701C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01415-3410-937E-219C-B4BF77D8E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F756C-12CA-0157-4E76-5354143D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B3B3B-5EC2-494B-AE6B-D597A9F3598B}" type="datetimeFigureOut">
              <a:rPr lang="en-NL" smtClean="0"/>
              <a:t>02/09/2026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41603-2804-1136-3F8F-B5083CD0B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76E4F-E81D-C974-4804-297E7E04F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79BA-168E-4E7D-83C4-9A8B663AADC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6491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D1AC6-3F54-CE4B-2597-8C8C20D96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5E57C8-E828-1B82-49AC-25141DADDE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D84-0386-4C49-55CD-F0283AC0C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8E3E8-6CBD-D395-ACB5-9456D3CD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B3B3B-5EC2-494B-AE6B-D597A9F3598B}" type="datetimeFigureOut">
              <a:rPr lang="en-NL" smtClean="0"/>
              <a:t>02/09/2026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E8CB2-1FE8-9680-574F-EBC1F0365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6B89C-7692-2357-6FD8-F5A07D8A2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79BA-168E-4E7D-83C4-9A8B663AADC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91772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62B3-A18D-1F07-0C67-CCF5B0236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53C8A-FA99-8116-12BF-B4A2A926B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6B3B8-BB64-B5E4-848D-5D87F8740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B3B3B-5EC2-494B-AE6B-D597A9F3598B}" type="datetimeFigureOut">
              <a:rPr lang="en-NL" smtClean="0"/>
              <a:t>02/09/2026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EB19D-08F7-2845-636C-F17A6A577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EA726-9B42-A2B4-23A4-BFEE6152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79BA-168E-4E7D-83C4-9A8B663AADC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89098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C26E6B-50F0-C5B6-2B9F-8B8D383DE9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8E5F1-041C-FE4C-5DD8-043163434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70FF5-7D56-7AE6-9579-4828773FF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B3B3B-5EC2-494B-AE6B-D597A9F3598B}" type="datetimeFigureOut">
              <a:rPr lang="en-NL" smtClean="0"/>
              <a:t>02/09/2026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6B89A-0749-EE5E-8463-B205BCF0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584B2-8B2C-7CDD-BA5A-47BB3BAB6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79BA-168E-4E7D-83C4-9A8B663AADC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6625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1C12B4-38F5-E173-120A-CA32B03BD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F97B5-A13C-7726-097D-16F0A7EE6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B19DD-663F-EF60-F895-912F2D11E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B3B3B-5EC2-494B-AE6B-D597A9F3598B}" type="datetimeFigureOut">
              <a:rPr lang="en-NL" smtClean="0"/>
              <a:t>02/09/2026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754C4-FB31-0C69-0947-9154DF38D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8B710-8D34-AC4E-354F-67410436E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279BA-168E-4E7D-83C4-9A8B663AADC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3961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A24074-C563-357D-891D-33D372FC5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668" y="303994"/>
            <a:ext cx="5738608" cy="29842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5B2A34-3AA1-B618-9D5E-CFE107012380}"/>
              </a:ext>
            </a:extLst>
          </p:cNvPr>
          <p:cNvSpPr txBox="1"/>
          <p:nvPr/>
        </p:nvSpPr>
        <p:spPr>
          <a:xfrm>
            <a:off x="2416629" y="303994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en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684D5-674B-B2FD-7619-AE5FFC9437EF}"/>
              </a:ext>
            </a:extLst>
          </p:cNvPr>
          <p:cNvSpPr txBox="1"/>
          <p:nvPr/>
        </p:nvSpPr>
        <p:spPr>
          <a:xfrm>
            <a:off x="2416629" y="342900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5CAD01-BD08-5B67-DBAC-29CE65CCF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668" y="3569709"/>
            <a:ext cx="5738608" cy="276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89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Hageman J, Jurre</dc:creator>
  <cp:lastModifiedBy>Hageman J, Jurre</cp:lastModifiedBy>
  <cp:revision>1</cp:revision>
  <dcterms:created xsi:type="dcterms:W3CDTF">2026-09-01T13:09:15Z</dcterms:created>
  <dcterms:modified xsi:type="dcterms:W3CDTF">2026-09-02T07:59:15Z</dcterms:modified>
</cp:coreProperties>
</file>